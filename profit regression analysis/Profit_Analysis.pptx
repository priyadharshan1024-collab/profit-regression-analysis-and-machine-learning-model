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166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A5B96"/>
                </a:solidFill>
              </a:defRPr>
            </a:pPr>
            <a:r>
              <a:t>PRDA – 01</a:t>
            </a:r>
          </a:p>
          <a:p>
            <a:pPr>
              <a:defRPr sz="4200" b="1">
                <a:solidFill>
                  <a:srgbClr val="192D50"/>
                </a:solidFill>
              </a:defRPr>
            </a:pPr>
            <a:r>
              <a:t>Profit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794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696969"/>
                </a:solidFill>
              </a:defRPr>
            </a:pPr>
            <a:r>
              <a:t>My analysis of startup spending and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1" y="5730240"/>
            <a:ext cx="3340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rPr lang="en-US" sz="2800" dirty="0"/>
              <a:t>Priyadharshan</a:t>
            </a:r>
            <a:r>
              <a:rPr lang="en-US" sz="1600" dirty="0"/>
              <a:t> </a:t>
            </a:r>
            <a:r>
              <a:rPr lang="en-US" sz="2800" dirty="0"/>
              <a:t>R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9144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172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rPr dirty="0"/>
              <a:t>What I was asked to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2034679"/>
            <a:ext cx="10789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2828"/>
                </a:solidFill>
              </a:defRPr>
            </a:pPr>
            <a:r>
              <a:rPr sz="2500" dirty="0"/>
              <a:t>I had to check how R&amp;D, Administration and Marketing spending are related to Profit.</a:t>
            </a:r>
          </a:p>
          <a:p>
            <a:pPr>
              <a:spcAft>
                <a:spcPts val="1300"/>
              </a:spcAft>
              <a:defRPr sz="2000">
                <a:solidFill>
                  <a:srgbClr val="282828"/>
                </a:solidFill>
              </a:defRPr>
            </a:pPr>
            <a:r>
              <a:rPr sz="2500" dirty="0"/>
              <a:t>I also had to build a regression model and use it to predict Profit for 2 new startup inputs.</a:t>
            </a:r>
          </a:p>
          <a:p>
            <a:pPr>
              <a:spcAft>
                <a:spcPts val="1300"/>
              </a:spcAft>
              <a:defRPr sz="2000">
                <a:solidFill>
                  <a:srgbClr val="282828"/>
                </a:solidFill>
              </a:defRPr>
            </a:pPr>
            <a:r>
              <a:rPr sz="2500" dirty="0"/>
              <a:t>Finally, I had to put the results into Power BI and give business-level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1. Getting the data from SQL</a:t>
            </a:r>
          </a:p>
        </p:txBody>
      </p:sp>
      <p:pic>
        <p:nvPicPr>
          <p:cNvPr id="4" name="Picture 3" descr="Screenshot 2026-08-06 19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45048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data came from the startup table in the project_profit_analysis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2. Loading the data into Python</a:t>
            </a:r>
          </a:p>
        </p:txBody>
      </p:sp>
      <p:pic>
        <p:nvPicPr>
          <p:cNvPr id="4" name="Picture 3" descr="Screenshot 2026-08-08 124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5067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rPr dirty="0"/>
              <a:t>I exported the SQL data to CSV and used it in Python for the regression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3. Regression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2828"/>
                </a:solidFill>
              </a:defRPr>
            </a:pPr>
            <a:r>
              <a:rPr sz="2500" dirty="0"/>
              <a:t>I used R&amp;D Spend, Administration and Marketing Spend as X values.</a:t>
            </a:r>
          </a:p>
          <a:p>
            <a:pPr>
              <a:spcAft>
                <a:spcPts val="1300"/>
              </a:spcAft>
              <a:defRPr sz="1900">
                <a:solidFill>
                  <a:srgbClr val="282828"/>
                </a:solidFill>
              </a:defRPr>
            </a:pPr>
            <a:r>
              <a:rPr sz="2500" dirty="0"/>
              <a:t>Profit was used as the Y value.</a:t>
            </a:r>
          </a:p>
          <a:p>
            <a:pPr>
              <a:spcAft>
                <a:spcPts val="1300"/>
              </a:spcAft>
              <a:defRPr sz="1900">
                <a:solidFill>
                  <a:srgbClr val="282828"/>
                </a:solidFill>
              </a:defRPr>
            </a:pPr>
            <a:r>
              <a:rPr sz="2500" dirty="0"/>
              <a:t>I split the data into 80% for training and 20% for testing.</a:t>
            </a:r>
          </a:p>
          <a:p>
            <a:pPr>
              <a:spcAft>
                <a:spcPts val="1300"/>
              </a:spcAft>
              <a:defRPr sz="1900">
                <a:solidFill>
                  <a:srgbClr val="282828"/>
                </a:solidFill>
              </a:defRPr>
            </a:pPr>
            <a:r>
              <a:rPr sz="2500" dirty="0"/>
              <a:t>Then I trained a Linear Regression model and tested it on the remaining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4. Training the model</a:t>
            </a:r>
          </a:p>
        </p:txBody>
      </p:sp>
      <p:pic>
        <p:nvPicPr>
          <p:cNvPr id="4" name="Picture 3" descr="Screenshot 2026-08-14 122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2837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887" y="4222733"/>
            <a:ext cx="50684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rPr sz="1600" dirty="0"/>
              <a:t>The model was trained in </a:t>
            </a:r>
            <a:r>
              <a:rPr sz="1600" dirty="0" err="1"/>
              <a:t>Jupyter</a:t>
            </a:r>
            <a:r>
              <a:rPr sz="1600" dirty="0"/>
              <a:t> using </a:t>
            </a:r>
            <a:r>
              <a:rPr sz="1600" dirty="0" err="1"/>
              <a:t>LinearRegression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5. Checking the model</a:t>
            </a:r>
          </a:p>
        </p:txBody>
      </p:sp>
      <p:pic>
        <p:nvPicPr>
          <p:cNvPr id="4" name="Picture 3" descr="Screenshot 2026-08-10 154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303520" cy="1966367"/>
          </a:xfrm>
          <a:prstGeom prst="rect">
            <a:avLst/>
          </a:prstGeom>
        </p:spPr>
      </p:pic>
      <p:pic>
        <p:nvPicPr>
          <p:cNvPr id="5" name="Picture 4" descr="Screenshot 2026-08-10 1549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120640" cy="1494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D50"/>
                </a:solidFill>
              </a:defRPr>
            </a:pPr>
            <a:r>
              <a:t>R² = 0.884</a:t>
            </a:r>
          </a:p>
          <a:p>
            <a:pPr>
              <a:defRPr sz="2000" b="1">
                <a:solidFill>
                  <a:srgbClr val="282828"/>
                </a:solidFill>
              </a:defRPr>
            </a:pPr>
            <a:r>
              <a:t>MAE = 8,592.55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6. Predicting Profit for 2 new startups</a:t>
            </a:r>
          </a:p>
        </p:txBody>
      </p:sp>
      <p:pic>
        <p:nvPicPr>
          <p:cNvPr id="4" name="Picture 3" descr="Screenshot 2026-08-10 174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917" y="1101687"/>
            <a:ext cx="7954179" cy="42018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2D50"/>
                </a:solidFill>
              </a:defRPr>
            </a:pPr>
            <a:r>
              <a:t>Startup 1 → 65,776.67     |     Startup 2 → 67,056.88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7. Power BI dashboard</a:t>
            </a:r>
          </a:p>
        </p:txBody>
      </p:sp>
      <p:pic>
        <p:nvPicPr>
          <p:cNvPr id="4" name="Picture 3" descr="Screenshot 2026-08-14 114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" y="861989"/>
            <a:ext cx="10462260" cy="5675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What I found from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R&amp;D Spend has the strongest positive relationship with Profit in my model.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Marketing Spend also moves positively with Profit.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Administration Spend has a weaker relationship with Profit compared with R&amp;D and Marketing.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In my Power BI dashboard, Florida has the highest average Profit among the three states.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Marketing is the largest average spending category in the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What I would suggest to the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Keep R&amp;D as an important investment area, especially when the spending is linked to useful products or improvements.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Do not look at Marketing spending only as a big number. Check whether the spending is actually bringing better returns.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Keep Administration costs under control because the analysis shows a weaker link with Profit.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Before making a large investment, use the regression model to compare different spending combinations and expected Profit.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Use these results as a guide for decisions, not as a guarantee of future Profit.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My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The project helped me go from SQL data to Python analysis and then to a Power BI dashboard.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The model gave an R² of 0.884 and an MAE of about 8,592.55.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I used the model to predict Profit for 2 new startups.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The main point from the analysis is that R&amp;D has the strongest positive relationship with Profit, while Administration has a weaker relationship.</a:t>
            </a:r>
          </a:p>
          <a:p>
            <a:pPr>
              <a:spcAft>
                <a:spcPts val="1300"/>
              </a:spcAft>
              <a:defRPr sz="1800">
                <a:solidFill>
                  <a:srgbClr val="282828"/>
                </a:solidFill>
              </a:defRPr>
            </a:pPr>
            <a:r>
              <a:rPr sz="2500" dirty="0"/>
              <a:t>The final result is not just the model — it is using the numbers to understand where the company should focus its spending.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497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Priyadharshan R</cp:lastModifiedBy>
  <cp:revision>2</cp:revision>
  <dcterms:created xsi:type="dcterms:W3CDTF">2013-01-27T09:14:16Z</dcterms:created>
  <dcterms:modified xsi:type="dcterms:W3CDTF">2026-08-14T07:15:57Z</dcterms:modified>
  <cp:category/>
</cp:coreProperties>
</file>